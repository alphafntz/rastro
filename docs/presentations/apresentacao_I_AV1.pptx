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stro-simbolo-branc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540000"/>
            <a:ext cx="108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2232000"/>
            <a:ext cx="10800000" cy="93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Rastro — sente, corrige e detecta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204000"/>
            <a:ext cx="10800000" cy="503999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9E6FF"/>
                </a:solidFill>
                <a:latin typeface="Plus Jakarta Sans"/>
              </a:rPr>
              <a:t>Apresentação I · AV1 · GAT108 Automação Avançada · UFLA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36000"/>
            <a:ext cx="10800000" cy="10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Juliano Cesar Ferreira Ramos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Andre Bueno Ocanha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João Paulo Silva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O que a camada 1 mede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2/11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400000" cy="432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Domínio: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rede mesh entre Androids em áreas sem cobertura. Para a AV1, o nó precisa </a:t>
            </a:r>
            <a:r>
              <a:rPr sz="1900" b="1">
                <a:solidFill>
                  <a:srgbClr val="0D0F14"/>
                </a:solidFill>
                <a:latin typeface="Plus Jakarta Sans"/>
              </a:rPr>
              <a:t>sentir, corrigir e detectar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 sem enviar nada para fora.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Fixo GNSS a cada 1 s: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posição, velocidade (Doppler) e rumo, cada um com a acurácia de 68% que o receptor informa.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Acelerômetro a 50 Hz: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aquisição contínua em serviço de primeiro plano.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Fonte da incerteza: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multipercurso, geometria dos satélites, céu obstruído.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400000" cy="43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Fixo (RegistroFix)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tempo monotônico (ns) · UTC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latitude, longitude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r68 horizontal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velocidade s (m/s) ± σs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rumo θ (°) ± σθ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provedor (gps / network)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Campo ausente fica vazio: nenhuma incerteza é inventada.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Estruturas de capacidade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3/11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216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Trajeto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(imutável): tamanho O(1) · média e recorte temporal O(n), n ≤ capacidade · inserção copia a janela O(n)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CircularImuBuffer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(anel de 500 ≈ 10 s): inserção O(1) · descarta o mais antigo e conta · snapshot/drenar O(n) devolvem CÓPIA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capacidade fixa?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o nó roda por tempo ilimitado; memória constante não depende do tempo de operação.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cópia?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sem ela o consumidor itera o vetor que o produtor sobrescreve → leitura fora de ordem intermitente.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O que poderia ser melhor: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a inserção do Trajeto (O(n)); um anel mutável protegido a deixa O(1).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Incerteza vem do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4/11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760000" cy="46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Posição: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o Android dá um raio r68 (68%), não σ.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P(|e| ≤ r68) = 1 − exp(−r68²/2σ²) = 0,68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σ² = r68² / (−2 ln 0,32) ≈ r68² / 2,279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σ² = variância por eixo (m²); r68 = raio informado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Velocidade: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vE = s·sen θ, vN = s·cos θ;  Σv = J·diag(σs², σθ²)·Jᵀ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J = jacobiano de (vE, vN) em relação a (s, θ); σθ em rad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Parado (sem rumo): média 0, variância σs² + s²/2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0000" y="1080000"/>
            <a:ext cx="5040000" cy="32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D0F14"/>
                </a:solidFill>
                <a:latin typeface="Plus Jakarta Sans"/>
              </a:rPr>
              <a:t>Ensaio estático (4.5)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D0F14"/>
                </a:solidFill>
                <a:latin typeface="Plus Jakarta Sans"/>
              </a:rPr>
              <a:t>razão de otimismo = σ medido / σ declarado = ⟪após a coleta⟫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D0F14"/>
                </a:solidFill>
                <a:latin typeface="Plus Jakarta Sans"/>
              </a:rPr>
              <a:t>fixos dentro do próprio r68: ⟪após a coleta⟫ (esperado 68%)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D0F14"/>
                </a:solidFill>
                <a:latin typeface="Plus Jakarta Sans"/>
              </a:rPr>
              <a:t>&gt; 1: o sensor promete mais do que entrega → Σ pequena demais → falsos alarmes.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Reconciliação sob a restrição cinemática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5/11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pₐ(k+1) − pₐ(k) − ½(vₐ(k) + vₐ(k+1))·Δtₖ = 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   a ∈ {leste, norte}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p = posição medida (m) · v = componente da velocidade (m/s) · Δt = intervalo entre fixos (s, relógio monotônico)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Linear nas medidas (Δt é conhecido):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A·y = 0, A com 2(N−1) linhas e 4N colunas, N = 10 fixos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ŷ = y − Σ·Aᵀ·(A·Σ·Aᵀ)⁻¹·A·y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y = medidas · ŷ = reconciliadas · Σ = covariância do sensor · r = A·y = resíduo antes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A correção é proporcional a Σ: a medida mais incerta é a que mais se move.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Descartadas: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mínimos quadrados sem peso (puxa igual a medida boa) · Kalman (exige Q arbitrado) · |Δp| = s·Δt (não linear, perde a direção)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Erro grosseiro: critério quantitativo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6/11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68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zⱼ = |aⱼ| / √Wⱼⱼ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  a = y − ŷ (ajuste) · W = Σ·Aᵀ·V⁻¹·A·Σ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Sem erro grosseiro, zⱼ ~ N(0,1).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Corte de Šidák: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40 medidas por janela; 1,96 em cada daria ~87% de falso alarme.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β = 1 − (1 − α)^(1/n), z_crítico = Φ⁻¹(1 − β/2) ≈ 3,2  (α = 5%, n = 40)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Passou do corte → retira o fixo, reconcilia de novo (até 3).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Limite: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nas pontas da janela o erro é detectado, não localizado → janela deslizante.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2000" y="1080000"/>
            <a:ext cx="4176000" cy="32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Sem o detector, piora (4.7)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Salto de 30 m no fixo central: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SEM detector: ⟪após a coleta⟫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COM detector: ⟪após a coleta⟫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(distância RMS à reconciliação da janela limpa)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Região crítica e aquisição periódica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7/11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9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rastro-imu-50hz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produtor, 20 ms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rastro-consumidor-imu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drena a cada 1 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rastro-registro-1hz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log de aquisição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principal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fixo GNSS a cada 1 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Região crítica: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índices, slots e contadores do CircularImuBuffer mudam juntos → um monitor (synchronized).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Descartados: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ConcurrentLinkedQueue (sem limite nem descarte atômico) · ReentrantLock (não precisamos de tryLock/condições).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0000" y="1080000"/>
            <a:ext cx="5148000" cy="468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10 execuções do teste de corrida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produtor + consumidor + observador, 10 000 leituras, buffer de 64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Prova: nenhuma intercalação dessas execuções corrompeu o estado.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Não prova: ausência de corrida — isso vem do código (todo acesso no monitor).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Serviço em primeiro plano + PARTIAL_WAKE_LOCK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sem wake lock a CPU dorme e o acelerômetro (não-wakeup) para.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Android = CFS, sem tempo real: período solicitado, Cᵢ medido na AV2.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Ensaio reprodutível e injeção de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8/11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Semente fixa 20261020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— java.util.Random tem algoritmo especificado: mesmo resultado em qualquer JVM/Android.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Um gerador por (semente, rótulo): a ordem dos ensaios não muda os números.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Ruído: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gaussiano extra, acurácia declarada inalterada (sensor otimista)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Perda: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fixos retirados com probabilidade p (Δt cresce)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Salto: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um fixo deslocado de J metros em direção sorteada (o erro grosseiro)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Onde a detecção começa a falhar: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menor salto com ≥ 90% de detecção = ⟪após a coleta⟫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Falso alarme sem salto: ⟪após a coleta⟫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MVP ao vivo — o caminho do 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MVP ao vivo · ⟪quem apresenta⟫ · 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08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08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Aparelho bloqueado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notificação na tela de bloqueio: Fixos GNSS · IMU · tempo subindo (ativado 30+ min antes)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908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908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Ensaio AV1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toque longo no status → bloco de aquisição ao vivo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73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736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Reprodução ×10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registro da caminhada, salto de 30 m, semente 20261020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563999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563999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Resíduo na tela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RMS antes → depois (≈ 10⁻¹⁵ m), γ contra χ²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392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392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Erro grosseiro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"ERRO GROSSEIRO no fixo N ← o salto injetado"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522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522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Falha de propósito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salto abaixo do mínimo detectável: passa sem ser detectado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Resultados com condição de medição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 ·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10/11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080000"/>
          <a:ext cx="1134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/>
                <a:gridCol w="3780000"/>
                <a:gridCol w="3780000"/>
              </a:tblGrid>
              <a:tr h="5400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Plus Jakarta Sans"/>
                        </a:rPr>
                        <a:t>Grandeza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Plus Jakarta Sans"/>
                        </a:rPr>
                        <a:t>Condição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Plus Jakarta Sans"/>
                        </a:rPr>
                        <a:t>Valor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Testes de 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gradlew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Teste de corrida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10 execuções independentes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Aquisição bloqueada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maior trecho contínuo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Consumo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bateria durante o trecho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Razão de otimismo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aparelho parado, céu aberto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Resíduo RMS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≥ 3 janelas reais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Salto mínimo detectável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≥ 90% de detecção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D0F14"/>
                          </a:solidFill>
                          <a:latin typeface="Plus Jakarta Sans"/>
                        </a:rPr>
                        <a:t>⟪após a coleta⟫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1160000" cy="5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F80"/>
                </a:solidFill>
                <a:latin typeface="Plus Jakarta Sans"/>
              </a:rPr>
              <a:t>Aparelho: ⟪modelo, Android⟫ · local: ⟪campus⟫ · data: ⟪data⟫ · comando: scripts\av1_evidencias.ps1 · semente 20261020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Limitações e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⟪quem apresenta⟫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11/11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58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O que não sabemos ainda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Sem verdade de campo: a referência é a janela limpa reconciliada.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Erro de GNSS é correlacionado no tempo: γ não é exatamente χ².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IMU sem reconciliação: a API não informa σ por eixo.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Registro em claro até a cifragem da AV2.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508000" cy="50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AV2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Cᵢ medido e escalonabilidade das 4 tarefas periódicas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Aprendizado online dos encontros de rede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Agente com RuleEngine e modelo removível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AES-GCM com chave no Keystore e frota com deriva de relógio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